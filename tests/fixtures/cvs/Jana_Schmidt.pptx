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Jana Schmidt – Frontend Developer</a:t>
            </a:r>
          </a:p>
          <a:p>
            <a:r>
              <a:t>Profile</a:t>
            </a:r>
          </a:p>
          <a:p>
            <a:r>
              <a:t>5 years of frontend development.</a:t>
            </a:r>
          </a:p>
          <a:p>
            <a:r>
              <a:t>Languages: German (native), English (good)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Skills</a:t>
            </a:r>
          </a:p>
          <a:p>
            <a:r>
              <a:t>TypeScript, Angular, React</a:t>
            </a:r>
          </a:p>
          <a:p>
            <a:r>
              <a:t>REST API integration</a:t>
            </a:r>
          </a:p>
          <a:p>
            <a:r>
              <a:t>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Projects</a:t>
            </a:r>
          </a:p>
          <a:p>
            <a:r>
              <a:t>2021–2026 Public sector: Angular applications consuming REST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2026-06-01T00:00:00Z</dcterms:modified>
  <cp:category/>
</cp:coreProperties>
</file>