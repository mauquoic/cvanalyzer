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Jonas Becker – Fullstack Developer</a:t>
            </a:r>
          </a:p>
          <a:p>
            <a:r>
              <a:t>Profile</a:t>
            </a:r>
          </a:p>
          <a:p>
            <a:r>
              <a:t>6 years of experience as a developer.</a:t>
            </a:r>
          </a:p>
          <a:p>
            <a:r>
              <a:t>Languages: English (fluent), German (basic, A2)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Skills</a:t>
            </a:r>
          </a:p>
          <a:p>
            <a:r>
              <a:t>Python, Django, FastAPI</a:t>
            </a:r>
          </a:p>
          <a:p>
            <a:r>
              <a:t>TypeScript, Angular</a:t>
            </a:r>
          </a:p>
          <a:p>
            <a:r>
              <a:t>REST APIs</a:t>
            </a:r>
          </a:p>
          <a:p>
            <a:r>
              <a:t>Git, pull requests, code reviews</a:t>
            </a:r>
          </a:p>
          <a:p>
            <a:r>
              <a:t>Docker, AWS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Projects</a:t>
            </a:r>
          </a:p>
          <a:p>
            <a:r>
              <a:t>2020–2026 Retail client: Python backend with REST APIs and Angular front end, ETL jobs with Airflow.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2026-06-01T00:00:00Z</dcterms:modified>
  <cp:category/>
</cp:coreProperties>
</file>