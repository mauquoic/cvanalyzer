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Anna Müller – Senior Fullstack Developer</a:t>
            </a:r>
          </a:p>
          <a:p>
            <a:r>
              <a:t>Profile</a:t>
            </a:r>
          </a:p>
          <a:p>
            <a:r>
              <a:t>12 years of experience in software development, of which 9 years as fullstack developer.</a:t>
            </a:r>
          </a:p>
          <a:p>
            <a:r>
              <a:t>Languages: German (native), English (fluent, C1)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Skills</a:t>
            </a:r>
          </a:p>
          <a:p>
            <a:r>
              <a:t>Java, Spring Boot, Python</a:t>
            </a:r>
          </a:p>
          <a:p>
            <a:r>
              <a:t>TypeScript, Angular 15</a:t>
            </a:r>
          </a:p>
          <a:p>
            <a:r>
              <a:t>Apache Spark, PySpark, Databricks</a:t>
            </a:r>
          </a:p>
          <a:p>
            <a:r>
              <a:t>REST APIs, OpenAPI</a:t>
            </a:r>
          </a:p>
          <a:p>
            <a:r>
              <a:t>Docker, Kubernetes, Azure</a:t>
            </a:r>
          </a:p>
          <a:p>
            <a:r>
              <a:t>GitLab, merge requests, code reviews</a:t>
            </a:r>
          </a:p>
          <a:p>
            <a:r>
              <a:t>GitHub Copilot for test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Projects</a:t>
            </a:r>
          </a:p>
          <a:p>
            <a:r>
              <a:t>2021–2025 Insurance client: built data pipelines (ETL) with PySpark on Databricks and an Angular front end.</a:t>
            </a:r>
          </a:p>
          <a:p>
            <a:r>
              <a:t>2016–2021 Bank: Java microservices with REST APIs, lead developer for a team of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2026-06-01T00:00:00Z</dcterms:modified>
  <cp:category/>
</cp:coreProperties>
</file>