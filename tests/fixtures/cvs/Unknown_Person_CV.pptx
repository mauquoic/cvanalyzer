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Max Mustermann – Developer</a:t>
            </a:r>
          </a:p>
          <a:p>
            <a:r>
              <a:t>Skills</a:t>
            </a:r>
          </a:p>
          <a:p>
            <a:r>
              <a:t>C#, .NET, Azure</a:t>
            </a:r>
          </a:p>
          <a:p>
            <a:r>
              <a:t>Languages: German, English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2026-06-01T00:00:00Z</dcterms:modified>
  <cp:category/>
</cp:coreProperties>
</file>