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Jörg Weiß – Data Engineer</a:t>
            </a:r>
          </a:p>
          <a:p>
            <a:r>
              <a:t>Profile</a:t>
            </a:r>
          </a:p>
          <a:p>
            <a:r>
              <a:t>8 years in data engineering.</a:t>
            </a:r>
          </a:p>
          <a:p>
            <a:r>
              <a:t>Languages: German (native), English (fluent)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Skills</a:t>
            </a:r>
          </a:p>
          <a:p>
            <a:r>
              <a:t>Python, Apache Spark, Spark SQL</a:t>
            </a:r>
          </a:p>
          <a:p>
            <a:r>
              <a:t>Airflow, dbt, ETL/ELT</a:t>
            </a:r>
          </a:p>
          <a:p>
            <a:r>
              <a:t>Kubernetes, GCP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Projects</a:t>
            </a:r>
          </a:p>
          <a:p>
            <a:r>
              <a:t>2018–2026 Telecom: data pipeline development with Spark SQL and Airflow.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2024-03-15T00:00:00Z</dcterms:modified>
  <cp:category/>
</cp:coreProperties>
</file>