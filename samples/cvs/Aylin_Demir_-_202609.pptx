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4300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22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quoi, Cédric" userId="0c14248f-a2ac-4aeb-b178-f65577d00ce7" providerId="ADAL" clId="{BAD8A624-551D-462C-A575-0E60F015926F}"/>
    <pc:docChg chg="modSld">
      <pc:chgData name="Mauquoi, Cédric" userId="0c14248f-a2ac-4aeb-b178-f65577d00ce7" providerId="ADAL" clId="{BAD8A624-551D-462C-A575-0E60F015926F}" dt="2025-01-23T12:49:01.337" v="0" actId="14826"/>
      <pc:docMkLst>
        <pc:docMk/>
      </pc:docMkLst>
      <pc:sldChg chg="modSp mod">
        <pc:chgData name="Mauquoi, Cédric" userId="0c14248f-a2ac-4aeb-b178-f65577d00ce7" providerId="ADAL" clId="{BAD8A624-551D-462C-A575-0E60F015926F}" dt="2025-01-23T12:49:01.337" v="0" actId="14826"/>
        <pc:sldMkLst>
          <pc:docMk/>
          <pc:sldMk cId="0" sldId="256"/>
        </pc:sldMkLst>
        <pc:picChg chg="mod">
          <ac:chgData name="Mauquoi, Cédric" userId="0c14248f-a2ac-4aeb-b178-f65577d00ce7" providerId="ADAL" clId="{BAD8A624-551D-462C-A575-0E60F015926F}" dt="2025-01-23T12:49:01.337" v="0" actId="14826"/>
          <ac:picMkLst>
            <pc:docMk/>
            <pc:sldMk cId="0" sldId="256"/>
            <ac:picMk id="14" creationId="{00000000-0000-0000-0000-000000000000}"/>
          </ac:picMkLst>
        </pc:picChg>
      </pc:sldChg>
    </pc:docChg>
  </pc:docChgLst>
  <pc:docChgLst>
    <pc:chgData name="Mauquoi, Cédric" userId="0c14248f-a2ac-4aeb-b178-f65577d00ce7" providerId="ADAL" clId="{520AFE78-1323-4B64-A65F-43DB10D6C05E}"/>
    <pc:docChg chg="modSld">
      <pc:chgData name="Mauquoi, Cédric" userId="0c14248f-a2ac-4aeb-b178-f65577d00ce7" providerId="ADAL" clId="{520AFE78-1323-4B64-A65F-43DB10D6C05E}" dt="2024-09-16T11:46:18.343" v="383" actId="555"/>
      <pc:docMkLst>
        <pc:docMk/>
      </pc:docMkLst>
      <pc:sldChg chg="modSp mod">
        <pc:chgData name="Mauquoi, Cédric" userId="0c14248f-a2ac-4aeb-b178-f65577d00ce7" providerId="ADAL" clId="{520AFE78-1323-4B64-A65F-43DB10D6C05E}" dt="2024-09-16T11:46:18.343" v="383" actId="555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365760"/>
            <a:ext cx="1371600" cy="1371600"/>
          </a:xfrm>
          <a:prstGeom prst="ellipse">
            <a:avLst/>
          </a:prstGeom>
          <a:ln w="25400"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"/>
            <a:ext cx="9144000" cy="630942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3200" b="1">
                <a:solidFill>
                  <a:srgbClr val="7500C0"/>
                </a:solidFill>
                <a:latin typeface="Graphik"/>
              </a:defRPr>
            </a:pPr>
            <a:r>
              <a:rPr lang="de-CH" dirty="0"/>
              <a:t>Aylin Demir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640080"/>
            <a:ext cx="9144000" cy="457200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2000" b="1"/>
            </a:pPr>
            <a:r>
              <a:rPr dirty="0"/>
              <a:t>Full Stack Developer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05840"/>
            <a:ext cx="9144000" cy="323165"/>
          </a:xfrm>
          <a:prstGeom prst="rect">
            <a:avLst/>
          </a:prstGeom>
          <a:noFill/>
        </p:spPr>
        <p:txBody>
          <a:bodyPr wrap="square" bIns="91440" anchor="t">
            <a:spAutoFit/>
          </a:bodyPr>
          <a:lstStyle/>
          <a:p>
            <a:pPr algn="l">
              <a:defRPr sz="1200" b="1">
                <a:latin typeface="Graphik Regular (Body)"/>
              </a:defRPr>
            </a:pPr>
            <a:r>
              <a:rPr lang="de-CH" dirty="0"/>
              <a:t>aylin@mycv.com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lang="de-DE" dirty="0"/>
              <a:t>Areas of Expertise:</a:t>
            </a:r>
            <a:endParaRPr lang="en-US" dirty="0"/>
          </a:p>
          <a:p>
            <a:pPr algn="l">
              <a:defRPr sz="1000" b="0">
                <a:latin typeface="Graphik Regular"/>
              </a:defRPr>
            </a:pPr>
            <a:r>
              <a:t>•    Full Stack Web Development</a:t>
            </a:r>
          </a:p>
          <a:p>
            <a:pPr algn="l">
              <a:defRPr sz="1000" b="0">
                <a:latin typeface="Graphik Regular"/>
              </a:defRPr>
            </a:pPr>
            <a:r>
              <a:t>•    Python, Django, FastAPI</a:t>
            </a:r>
          </a:p>
          <a:p>
            <a:pPr algn="l">
              <a:defRPr sz="1000" b="0">
                <a:latin typeface="Graphik Regular"/>
              </a:defRPr>
            </a:pPr>
            <a:r>
              <a:t>•    TypeScript, Angular</a:t>
            </a:r>
          </a:p>
          <a:p>
            <a:pPr algn="l">
              <a:defRPr sz="1000" b="0">
                <a:latin typeface="Graphik Regular"/>
              </a:defRPr>
            </a:pPr>
            <a:r>
              <a:t>•    REST APIs, OpenAPI</a:t>
            </a:r>
          </a:p>
          <a:p>
            <a:pPr algn="l">
              <a:defRPr sz="1000" b="0">
                <a:latin typeface="Graphik Regular"/>
              </a:defRPr>
            </a:pPr>
            <a:r>
              <a:t>•    Docker, AWS (ECS, Lambda)</a:t>
            </a:r>
          </a:p>
          <a:p>
            <a:pPr algn="l">
              <a:defRPr sz="1000" b="0">
                <a:latin typeface="Graphik Regular"/>
              </a:defRPr>
            </a:pPr>
            <a:r>
              <a:t>•    GitHub, Pull Requests, Code Reviews</a:t>
            </a:r>
          </a:p>
          <a:p>
            <a:pPr algn="l">
              <a:defRPr sz="1000" b="0">
                <a:latin typeface="Graphik Regular"/>
              </a:defRPr>
            </a:pPr>
            <a:r>
              <a:t>•    Claude Code, GitHub Copilot</a:t>
            </a:r>
          </a:p>
          <a:p>
            <a:pPr algn="l">
              <a:defRPr sz="1000" b="0">
                <a:latin typeface="Graphik Regular"/>
              </a:defRPr>
            </a:pPr>
            <a:r>
              <a:t>•    PostgreSQL, Redis</a:t>
            </a:r>
          </a:p>
          <a:p>
            <a:pPr algn="l">
              <a:defRPr sz="1000" b="0">
                <a:latin typeface="Graphik Regular"/>
              </a:defRPr>
            </a:pPr>
            <a:r>
              <a:t>•    Test Automation (pytest, Cypress)</a:t>
            </a:r>
          </a:p>
          <a:p>
            <a:pPr algn="l">
              <a:defRPr sz="1000" b="0">
                <a:latin typeface="Graphik Regular"/>
              </a:defRPr>
            </a:pPr>
            <a:r>
              <a:t>•    Agile (Scrum)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922744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Industries:</a:t>
            </a:r>
            <a:endParaRPr lang="de-DE" dirty="0"/>
          </a:p>
          <a:p>
            <a:pPr>
              <a:defRPr sz="1000" b="0">
                <a:latin typeface="Graphik Regular"/>
              </a:defRPr>
            </a:pPr>
            <a:r>
              <a:t>•    E-Commerce</a:t>
            </a:r>
          </a:p>
          <a:p>
            <a:pPr>
              <a:defRPr sz="1000" b="0">
                <a:latin typeface="Graphik Regular"/>
              </a:defRPr>
            </a:pPr>
            <a:r>
              <a:t>•    Healthcare</a:t>
            </a:r>
          </a:p>
          <a:p>
            <a:pPr>
              <a:defRPr sz="1000" b="0">
                <a:latin typeface="Graphik Regular"/>
              </a:defRPr>
            </a:pPr>
            <a:r>
              <a:t>•    Logistics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2379" y="1828800"/>
            <a:ext cx="3060000" cy="3554819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Professional Background: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rPr lang="de-CH" dirty="0"/>
              <a:t xml:space="preserve">Aylin is a </a:t>
            </a:r>
            <a:r>
              <a:rPr b="1" dirty="0"/>
              <a:t xml:space="preserve">full stack developer</a:t>
            </a:r>
            <a:r>
              <a:rPr lang="de-CH" dirty="0"/>
              <a:t xml:space="preserve"> with </a:t>
            </a:r>
            <a:r>
              <a:rPr b="1" dirty="0"/>
              <a:t xml:space="preserve">6 years of experience</a:t>
            </a:r>
            <a:r>
              <a:rPr lang="de-CH" dirty="0"/>
              <a:t xml:space="preserve"> delivering web applications with </a:t>
            </a:r>
            <a:r>
              <a:rPr b="1" dirty="0"/>
              <a:t xml:space="preserve">Python back ends and Angular front ends</a:t>
            </a:r>
            <a:r>
              <a:rPr lang="de-CH" dirty="0"/>
              <a:t xml:space="preserve">. She has a strong focus on </a:t>
            </a:r>
            <a:r>
              <a:rPr b="1" dirty="0"/>
              <a:t xml:space="preserve">API design</a:t>
            </a:r>
            <a:r>
              <a:rPr lang="de-CH" dirty="0"/>
              <a:t xml:space="preserve"> and </a:t>
            </a:r>
            <a:r>
              <a:rPr b="1" dirty="0"/>
              <a:t xml:space="preserve">test automation</a:t>
            </a:r>
            <a:r>
              <a:rPr lang="de-CH" dirty="0"/>
              <a:t xml:space="preserve">, and uses </a:t>
            </a:r>
            <a:r>
              <a:rPr b="1" dirty="0"/>
              <a:t xml:space="preserve">AI coding assistants throughout the SDLC</a:t>
            </a:r>
            <a:r>
              <a:rPr lang="de-CH" dirty="0"/>
              <a:t xml:space="preserve">, from generating tests to reviewing pull requests. Aylin enjoys working in cross-functional teams and has onboarded and mentored junior developers.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379" y="5749236"/>
            <a:ext cx="30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Certifications: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AWS Certified Developer - Associate</a:t>
            </a:r>
          </a:p>
          <a:p>
            <a:pPr>
              <a:defRPr sz="1000" b="0">
                <a:latin typeface="Graphik Regular"/>
              </a:defRPr>
            </a:pPr>
            <a:r>
              <a:t>•    Professional Scrum Developer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749236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Languages: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Turkish (Native)</a:t>
            </a:r>
          </a:p>
          <a:p>
            <a:pPr>
              <a:defRPr sz="1000" b="0">
                <a:latin typeface="Graphik Regular"/>
              </a:defRPr>
            </a:pPr>
            <a:r>
              <a:t>•    German (C2)</a:t>
            </a:r>
          </a:p>
          <a:p>
            <a:pPr>
              <a:defRPr sz="1000" b="0">
                <a:latin typeface="Graphik Regular"/>
              </a:defRPr>
            </a:pPr>
            <a:r>
              <a:t>•    English (C1)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1939" y="1828800"/>
            <a:ext cx="540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sz="1200" dirty="0"/>
              <a:t>Relevant Project Experience:</a:t>
            </a:r>
            <a:endParaRPr lang="en-US" sz="1200" dirty="0"/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Online Pharmacy, Zurich - Full Stack Developer (06/2023 – 08/2026)</a:t>
            </a:r>
          </a:p>
          <a:p>
            <a:pPr>
              <a:defRPr sz="1000">
                <a:latin typeface="Graphik Regular"/>
              </a:defRPr>
            </a:pPr>
            <a:r>
              <a:t>•    Developed the prescription upload and order tracking features with FastAPI and Angular.</a:t>
            </a:r>
          </a:p>
          <a:p>
            <a:pPr>
              <a:defRPr sz="1000">
                <a:latin typeface="Graphik Regular"/>
              </a:defRPr>
            </a:pPr>
            <a:r>
              <a:t>•    Introduced Claude Code and GitHub Copilot for test generation and pull request reviews in the team.</a:t>
            </a:r>
          </a:p>
          <a:p>
            <a:pPr>
              <a:defRPr sz="1000">
                <a:latin typeface="Graphik Regular"/>
              </a:defRPr>
            </a:pPr>
            <a:r>
              <a:t>•    Technology Stack: Python, FastAPI, Angular 16, TypeScript, PostgreSQL, Docker, AWS ECS, GitHub Actions</a:t>
            </a:r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Logistics Company, Basel - Full Stack Developer (03/2021 – 05/2023)</a:t>
            </a:r>
          </a:p>
          <a:p>
            <a:pPr>
              <a:defRPr sz="1000">
                <a:latin typeface="Graphik Regular"/>
              </a:defRPr>
            </a:pPr>
            <a:r>
              <a:t>•    Built REST APIs for shipment tracking and an Angular dashboard for dispatchers.</a:t>
            </a:r>
          </a:p>
          <a:p>
            <a:pPr>
              <a:defRPr sz="1000">
                <a:latin typeface="Graphik Regular"/>
              </a:defRPr>
            </a:pPr>
            <a:r>
              <a:t>•    Wrote ETL scripts in Python to load partner data into the tracking database.</a:t>
            </a:r>
          </a:p>
          <a:p>
            <a:pPr>
              <a:defRPr sz="1000">
                <a:latin typeface="Graphik Regular"/>
              </a:defRPr>
            </a:pPr>
            <a:r>
              <a:t>•    Technology Stack: Python, Django, Django REST Framework, Angular, PostgreSQL, Redis</a:t>
            </a:r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Web Agency, Winterthur - Junior Developer (09/2019 – 02/2021)</a:t>
            </a:r>
          </a:p>
          <a:p>
            <a:pPr>
              <a:defRPr sz="1000">
                <a:latin typeface="Graphik Regular"/>
              </a:defRPr>
            </a:pPr>
            <a:r>
              <a:t>•    Developed customer websites and small web applications.</a:t>
            </a:r>
          </a:p>
          <a:p>
            <a:pPr>
              <a:defRPr sz="1000">
                <a:latin typeface="Graphik Regular"/>
              </a:defRPr>
            </a:pPr>
            <a:r>
              <a:t>•    Technology Stack: Python, Django, JavaScript, Git</a:t>
            </a:r>
          </a:p>
        </p:txBody>
      </p:sp>
      <p:pic>
        <p:nvPicPr>
          <p:cNvPr id="13" name="Picture 12" descr="2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0"/>
            <a:ext cx="1244600" cy="87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654</Words>
  <Application>Microsoft Office PowerPoint</Application>
  <PresentationFormat>Custom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/>
  <cp:revision>12</cp:revision>
  <dcterms:created xsi:type="dcterms:W3CDTF">2013-01-27T09:14:16Z</dcterms:created>
  <dcterms:modified xsi:type="dcterms:W3CDTF">2026-09-04T09:00:00Z</dcterms:modified>
  <cp:category/>
</cp:coreProperties>
</file>