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Lukas Brändle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lukas@mycv.com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Data Engineering</a:t>
            </a:r>
          </a:p>
          <a:p>
            <a:pPr algn="l">
              <a:defRPr sz="1000" b="0">
                <a:latin typeface="Graphik Regular"/>
              </a:defRPr>
            </a:pPr>
            <a:r>
              <a:t>•    Python, SQL</a:t>
            </a:r>
          </a:p>
          <a:p>
            <a:pPr algn="l">
              <a:defRPr sz="1000" b="0">
                <a:latin typeface="Graphik Regular"/>
              </a:defRPr>
            </a:pPr>
            <a:r>
              <a:t>•    Apache Spark, PySpark, Spark SQL</a:t>
            </a:r>
          </a:p>
          <a:p>
            <a:pPr algn="l">
              <a:defRPr sz="1000" b="0">
                <a:latin typeface="Graphik Regular"/>
              </a:defRPr>
            </a:pPr>
            <a:r>
              <a:t>•    Airflow, dbt</a:t>
            </a:r>
          </a:p>
          <a:p>
            <a:pPr algn="l">
              <a:defRPr sz="1000" b="0">
                <a:latin typeface="Graphik Regular"/>
              </a:defRPr>
            </a:pPr>
            <a:r>
              <a:t>•    ETL/ELT Processes</a:t>
            </a:r>
          </a:p>
          <a:p>
            <a:pPr algn="l">
              <a:defRPr sz="1000" b="0">
                <a:latin typeface="Graphik Regular"/>
              </a:defRPr>
            </a:pPr>
            <a:r>
              <a:t>•    Azure Data Factory, Synapse</a:t>
            </a:r>
          </a:p>
          <a:p>
            <a:pPr algn="l">
              <a:defRPr sz="1000" b="0">
                <a:latin typeface="Graphik Regular"/>
              </a:defRPr>
            </a:pPr>
            <a:r>
              <a:t>•    Kafka, Event Streaming</a:t>
            </a:r>
          </a:p>
          <a:p>
            <a:pPr algn="l">
              <a:defRPr sz="1000" b="0">
                <a:latin typeface="Graphik Regular"/>
              </a:defRPr>
            </a:pPr>
            <a:r>
              <a:t>•    Docker, Kubernetes</a:t>
            </a:r>
          </a:p>
          <a:p>
            <a:pPr algn="l">
              <a:defRPr sz="1000" b="0">
                <a:latin typeface="Graphik Regular"/>
              </a:defRPr>
            </a:pPr>
            <a:r>
              <a:t>•    Git, Pull Requests</a:t>
            </a:r>
          </a:p>
          <a:p>
            <a:pPr algn="l">
              <a:defRPr sz="1000" b="0">
                <a:latin typeface="Graphik Regular"/>
              </a:defRPr>
            </a:pPr>
            <a:r>
              <a:t>•    Data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Telecommunications</a:t>
            </a:r>
          </a:p>
          <a:p>
            <a:pPr>
              <a:defRPr sz="1000" b="0">
                <a:latin typeface="Graphik Regular"/>
              </a:defRPr>
            </a:pPr>
            <a:r>
              <a:t>•    Energy</a:t>
            </a:r>
          </a:p>
          <a:p>
            <a:pPr>
              <a:defRPr sz="1000" b="0">
                <a:latin typeface="Graphik Regular"/>
              </a:defRPr>
            </a:pPr>
            <a:r>
              <a:t>•    Public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Lukas is a </a:t>
            </a:r>
            <a:r>
              <a:rPr b="1" dirty="0"/>
              <a:t xml:space="preserve">data engineer</a:t>
            </a:r>
            <a:r>
              <a:rPr lang="de-CH" dirty="0"/>
              <a:t xml:space="preserve"> with </a:t>
            </a:r>
            <a:r>
              <a:rPr b="1" dirty="0"/>
              <a:t xml:space="preserve">7 years of experience</a:t>
            </a:r>
            <a:r>
              <a:rPr lang="de-CH" dirty="0"/>
              <a:t xml:space="preserve"> designing and operating </a:t>
            </a:r>
            <a:r>
              <a:rPr b="1" dirty="0"/>
              <a:t xml:space="preserve">batch and streaming data pipelines</a:t>
            </a:r>
            <a:r>
              <a:rPr lang="de-CH" dirty="0"/>
              <a:t xml:space="preserve">. He has built data platforms on </a:t>
            </a:r>
            <a:r>
              <a:rPr b="1" dirty="0"/>
              <a:t xml:space="preserve">Azure</a:t>
            </a:r>
            <a:r>
              <a:rPr lang="de-CH" dirty="0"/>
              <a:t xml:space="preserve"> and on-premise Kubernetes clusters, using </a:t>
            </a:r>
            <a:r>
              <a:rPr b="1" dirty="0"/>
              <a:t xml:space="preserve">Spark, Airflow and dbt</a:t>
            </a:r>
            <a:r>
              <a:rPr lang="de-CH" dirty="0"/>
              <a:t xml:space="preserve"> to deliver reliable data products for analytics and reporting teams. Lukas works closely with business stakeholders to translate reporting needs into robust data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Microsoft Certified: Azure Data Engineer Associate (DP-203)</a:t>
            </a:r>
          </a:p>
          <a:p>
            <a:pPr>
              <a:defRPr sz="1000" b="0">
                <a:latin typeface="Graphik Regular"/>
              </a:defRPr>
            </a:pPr>
            <a:r>
              <a:t>•    Certified Kubernetes Application Developer (CKAD)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German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(C1)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Swiss Telecom Provider, Bern - Senior Data Engineer (04/2022 – Current)</a:t>
            </a:r>
          </a:p>
          <a:p>
            <a:pPr>
              <a:defRPr sz="1000">
                <a:latin typeface="Graphik Regular"/>
              </a:defRPr>
            </a:pPr>
            <a:r>
              <a:t>•    Designed and implemented data pipelines for network usage data processing 2 TB per day.</a:t>
            </a:r>
          </a:p>
          <a:p>
            <a:pPr>
              <a:defRPr sz="1000">
                <a:latin typeface="Graphik Regular"/>
              </a:defRPr>
            </a:pPr>
            <a:r>
              <a:t>•    Migrated legacy ETL jobs to PySpark and Airflow on Kubernetes.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PySpark, Spark SQL, Airflow, dbt, Kafka, Kubernetes, PostgreSQL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Energy Utility, Zurich - Data Engineer (01/2020 – 03/2022)</a:t>
            </a:r>
          </a:p>
          <a:p>
            <a:pPr>
              <a:defRPr sz="1000">
                <a:latin typeface="Graphik Regular"/>
              </a:defRPr>
            </a:pPr>
            <a:r>
              <a:t>•    Built ELT processes in Azure Data Factory and Synapse for smart meter data.</a:t>
            </a:r>
          </a:p>
          <a:p>
            <a:pPr>
              <a:defRPr sz="1000">
                <a:latin typeface="Graphik Regular"/>
              </a:defRPr>
            </a:pPr>
            <a:r>
              <a:t>•    Developed small REST services in Python (Flask) to expose data products.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Azure Data Factory, Synapse, Flask, Azure DevOps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Canton Administration, Aarau - BI Developer (02/2018 – 12/2019)</a:t>
            </a:r>
          </a:p>
          <a:p>
            <a:pPr>
              <a:defRPr sz="1000">
                <a:latin typeface="Graphik Regular"/>
              </a:defRPr>
            </a:pPr>
            <a:r>
              <a:t>•    Developed reporting data marts and SQL-based ETL processes.</a:t>
            </a:r>
          </a:p>
          <a:p>
            <a:pPr>
              <a:defRPr sz="1000">
                <a:latin typeface="Graphik Regular"/>
              </a:defRPr>
            </a:pPr>
            <a:r>
              <a:t>•    Technology Stack: SQL Server, SSIS, Power BI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2026-03-10T09:00:00Z</dcterms:modified>
  <cp:category/>
</cp:coreProperties>
</file>