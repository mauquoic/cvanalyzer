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Nikolai Petrov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Test Automation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nikolai@mycv.com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Test Automation</a:t>
            </a:r>
          </a:p>
          <a:p>
            <a:pPr algn="l">
              <a:defRPr sz="1000" b="0">
                <a:latin typeface="Graphik Regular"/>
              </a:defRPr>
            </a:pPr>
            <a:r>
              <a:t>•    Java, Selenium, Cucumber</a:t>
            </a:r>
          </a:p>
          <a:p>
            <a:pPr algn="l">
              <a:defRPr sz="1000" b="0">
                <a:latin typeface="Graphik Regular"/>
              </a:defRPr>
            </a:pPr>
            <a:r>
              <a:t>•    Playwright</a:t>
            </a:r>
          </a:p>
          <a:p>
            <a:pPr algn="l">
              <a:defRPr sz="1000" b="0">
                <a:latin typeface="Graphik Regular"/>
              </a:defRPr>
            </a:pPr>
            <a:r>
              <a:t>•    API Testing (Postman, REST Assured)</a:t>
            </a:r>
          </a:p>
          <a:p>
            <a:pPr algn="l">
              <a:defRPr sz="1000" b="0">
                <a:latin typeface="Graphik Regular"/>
              </a:defRPr>
            </a:pPr>
            <a:r>
              <a:t>•    Performance Testing (JMeter)</a:t>
            </a:r>
          </a:p>
          <a:p>
            <a:pPr algn="l">
              <a:defRPr sz="1000" b="0">
                <a:latin typeface="Graphik Regular"/>
              </a:defRPr>
            </a:pPr>
            <a:r>
              <a:t>•    Jenkins, Git</a:t>
            </a:r>
          </a:p>
          <a:p>
            <a:pPr algn="l">
              <a:defRPr sz="1000" b="0">
                <a:latin typeface="Graphik Regular"/>
              </a:defRPr>
            </a:pPr>
            <a:r>
              <a:t>•    ISTQB Test Management</a:t>
            </a:r>
          </a:p>
          <a:p>
            <a:pPr algn="l">
              <a:defRPr sz="1000" b="0">
                <a:latin typeface="Graphik Regular"/>
              </a:defRPr>
            </a:pPr>
            <a:r>
              <a:t>•    Agile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Banking</a:t>
            </a:r>
          </a:p>
          <a:p>
            <a:pPr>
              <a:defRPr sz="1000" b="0">
                <a:latin typeface="Graphik Regular"/>
              </a:defRPr>
            </a:pPr>
            <a:r>
              <a:t>•    Telecommunications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Nikolai is a </a:t>
            </a:r>
            <a:r>
              <a:rPr b="1" dirty="0"/>
              <a:t xml:space="preserve">test automation engineer</a:t>
            </a:r>
            <a:r>
              <a:rPr lang="de-CH" dirty="0"/>
              <a:t xml:space="preserve"> with </a:t>
            </a:r>
            <a:r>
              <a:rPr b="1" dirty="0"/>
              <a:t xml:space="preserve">10 years of experience</a:t>
            </a:r>
            <a:r>
              <a:rPr lang="de-CH" dirty="0"/>
              <a:t xml:space="preserve"> in quality assurance for large IT programmes. He builds </a:t>
            </a:r>
            <a:r>
              <a:rPr b="1" dirty="0"/>
              <a:t xml:space="preserve">automated UI, API and performance test suites</a:t>
            </a:r>
            <a:r>
              <a:rPr lang="de-CH" dirty="0"/>
              <a:t xml:space="preserve"> and integrates them into CI/CD pipelines. Nikolai has led test teams of up to 8 testers and defined test strategies for release trains.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ISTQB Certified Tester Advanced Level - Test Manager</a:t>
            </a:r>
          </a:p>
          <a:p>
            <a:pPr>
              <a:defRPr sz="1000" b="0">
                <a:latin typeface="Graphik Regular"/>
              </a:defRPr>
            </a:pPr>
            <a:r>
              <a:t>•    ISTQB Certified Tester Foundation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Bulgarian (Native)</a:t>
            </a:r>
          </a:p>
          <a:p>
            <a:pPr>
              <a:defRPr sz="1000" b="0">
                <a:latin typeface="Graphik Regular"/>
              </a:defRPr>
            </a:pPr>
            <a:r>
              <a:t>•    English (C1)</a:t>
            </a:r>
          </a:p>
          <a:p>
            <a:pPr>
              <a:defRPr sz="1000" b="0">
                <a:latin typeface="Graphik Regular"/>
              </a:defRPr>
            </a:pPr>
            <a:r>
              <a:t>•    German (C1)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Major Swiss Bank, Zurich - Test Lead (03/2019 – 11/2022)</a:t>
            </a:r>
          </a:p>
          <a:p>
            <a:pPr>
              <a:defRPr sz="1000">
                <a:latin typeface="Graphik Regular"/>
              </a:defRPr>
            </a:pPr>
            <a:r>
              <a:t>•    Defined the test strategy for a release train of 5 teams.</a:t>
            </a:r>
          </a:p>
          <a:p>
            <a:pPr>
              <a:defRPr sz="1000">
                <a:latin typeface="Graphik Regular"/>
              </a:defRPr>
            </a:pPr>
            <a:r>
              <a:t>•    Built automated regression suites with Selenium, Cucumber and REST Assured.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Java, Selenium, Cucumber, REST Assured, JMeter, Jenkins, Git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Telecom Provider, Sofia - Test Automation Engineer (01/2013 – 02/2019)</a:t>
            </a:r>
          </a:p>
          <a:p>
            <a:pPr>
              <a:defRPr sz="1000">
                <a:latin typeface="Graphik Regular"/>
              </a:defRPr>
            </a:pPr>
            <a:r>
              <a:t>•    Automated UI and API tests for self-service portals.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Java, Selenium, Postman, Jenkins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2022-12-12T09:00:00Z</dcterms:modified>
  <cp:category/>
</cp:coreProperties>
</file>